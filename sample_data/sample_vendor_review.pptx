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Risk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of contact: Vikram Rao (vikram.rao@examplecorp.com)</a:t>
            </a:r>
          </a:p>
          <a:p>
            <a:r>
              <a:t>Employee ID: EMP-44210, Phone: +91 9654321098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 on file: STUVX1122Y</a:t>
            </a:r>
          </a:p>
          <a:p>
            <a:r>
              <a:t>Aadhaar on file: 9012 3456 7890</a:t>
            </a:r>
          </a:p>
          <a:p>
            <a:r>
              <a:t>DOB: 19/02/1990, reviewed by Kavya Reddy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